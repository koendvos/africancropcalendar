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0" d="100"/>
          <a:sy n="70" d="100"/>
        </p:scale>
        <p:origin x="512"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slide" Target="slides/slide2.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88A0A75-8A29-39D4-9527-1190134577E6}"/>
              </a:ext>
            </a:extLst>
          </p:cNvPr>
          <p:cNvSpPr>
            <a:spLocks noGrp="1"/>
          </p:cNvSpPr>
          <p:nvPr>
            <p:ph type="ctrTitle"/>
          </p:nvPr>
        </p:nvSpPr>
        <p:spPr>
          <a:xfrm>
            <a:off x="1524000" y="1122363"/>
            <a:ext cx="9144000" cy="2387600"/>
          </a:xfrm>
        </p:spPr>
        <p:txBody>
          <a:bodyPr anchor="b"/>
          <a:lstStyle>
            <a:lvl1pPr algn="ctr">
              <a:defRPr sz="6000"/>
            </a:lvl1pPr>
          </a:lstStyle>
          <a:p>
            <a:r>
              <a:rPr lang="de-DE"/>
              <a:t>Mastertitelformat bearbeiten</a:t>
            </a:r>
          </a:p>
        </p:txBody>
      </p:sp>
      <p:sp>
        <p:nvSpPr>
          <p:cNvPr id="3" name="Untertitel 2">
            <a:extLst>
              <a:ext uri="{FF2B5EF4-FFF2-40B4-BE49-F238E27FC236}">
                <a16:creationId xmlns:a16="http://schemas.microsoft.com/office/drawing/2014/main" id="{6145DE3A-E8C4-807A-5A5E-EF0DC0F4ED6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p>
        </p:txBody>
      </p:sp>
      <p:sp>
        <p:nvSpPr>
          <p:cNvPr id="4" name="Datumsplatzhalter 3">
            <a:extLst>
              <a:ext uri="{FF2B5EF4-FFF2-40B4-BE49-F238E27FC236}">
                <a16:creationId xmlns:a16="http://schemas.microsoft.com/office/drawing/2014/main" id="{764EAADD-8599-EB6E-F6E8-4028770D15FA}"/>
              </a:ext>
            </a:extLst>
          </p:cNvPr>
          <p:cNvSpPr>
            <a:spLocks noGrp="1"/>
          </p:cNvSpPr>
          <p:nvPr>
            <p:ph type="dt" sz="half" idx="10"/>
          </p:nvPr>
        </p:nvSpPr>
        <p:spPr/>
        <p:txBody>
          <a:bodyPr/>
          <a:lstStyle/>
          <a:p>
            <a:fld id="{005FFF81-AAB7-44D6-98A5-EEAE8DB3C8DD}" type="datetimeFigureOut">
              <a:rPr lang="de-DE" smtClean="0"/>
              <a:t>25.03.2025</a:t>
            </a:fld>
            <a:endParaRPr lang="de-DE"/>
          </a:p>
        </p:txBody>
      </p:sp>
      <p:sp>
        <p:nvSpPr>
          <p:cNvPr id="5" name="Fußzeilenplatzhalter 4">
            <a:extLst>
              <a:ext uri="{FF2B5EF4-FFF2-40B4-BE49-F238E27FC236}">
                <a16:creationId xmlns:a16="http://schemas.microsoft.com/office/drawing/2014/main" id="{7B6EFAE7-F949-8068-CC24-C33984F6952F}"/>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C858375F-F65B-4F71-3462-DE39F54C541A}"/>
              </a:ext>
            </a:extLst>
          </p:cNvPr>
          <p:cNvSpPr>
            <a:spLocks noGrp="1"/>
          </p:cNvSpPr>
          <p:nvPr>
            <p:ph type="sldNum" sz="quarter" idx="12"/>
          </p:nvPr>
        </p:nvSpPr>
        <p:spPr/>
        <p:txBody>
          <a:bodyPr/>
          <a:lstStyle/>
          <a:p>
            <a:fld id="{FC035C4A-F8C7-4735-95F7-E06C06CDBDCB}" type="slidenum">
              <a:rPr lang="de-DE" smtClean="0"/>
              <a:t>‹Nr.›</a:t>
            </a:fld>
            <a:endParaRPr lang="de-DE"/>
          </a:p>
        </p:txBody>
      </p:sp>
    </p:spTree>
    <p:extLst>
      <p:ext uri="{BB962C8B-B14F-4D97-AF65-F5344CB8AC3E}">
        <p14:creationId xmlns:p14="http://schemas.microsoft.com/office/powerpoint/2010/main" val="38086438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7A01310-02E6-2BC2-F737-017BAEA3FA95}"/>
              </a:ext>
            </a:extLst>
          </p:cNvPr>
          <p:cNvSpPr>
            <a:spLocks noGrp="1"/>
          </p:cNvSpPr>
          <p:nvPr>
            <p:ph type="title"/>
          </p:nvPr>
        </p:nvSpPr>
        <p:spPr/>
        <p:txBody>
          <a:bodyPr/>
          <a:lstStyle/>
          <a:p>
            <a:r>
              <a:rPr lang="de-DE"/>
              <a:t>Mastertitelformat bearbeiten</a:t>
            </a:r>
          </a:p>
        </p:txBody>
      </p:sp>
      <p:sp>
        <p:nvSpPr>
          <p:cNvPr id="3" name="Inhaltsplatzhalter 2">
            <a:extLst>
              <a:ext uri="{FF2B5EF4-FFF2-40B4-BE49-F238E27FC236}">
                <a16:creationId xmlns:a16="http://schemas.microsoft.com/office/drawing/2014/main" id="{085C56D7-029F-736A-BE47-E207AFAA34CA}"/>
              </a:ext>
            </a:extLst>
          </p:cNvPr>
          <p:cNvSpPr>
            <a:spLocks noGrp="1"/>
          </p:cNvSpPr>
          <p:nvPr>
            <p:ph idx="1"/>
          </p:nvPr>
        </p:nvSpPr>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7E5B84FB-3672-259B-740B-CBA6C20800D3}"/>
              </a:ext>
            </a:extLst>
          </p:cNvPr>
          <p:cNvSpPr>
            <a:spLocks noGrp="1"/>
          </p:cNvSpPr>
          <p:nvPr>
            <p:ph type="dt" sz="half" idx="10"/>
          </p:nvPr>
        </p:nvSpPr>
        <p:spPr/>
        <p:txBody>
          <a:bodyPr/>
          <a:lstStyle/>
          <a:p>
            <a:fld id="{005FFF81-AAB7-44D6-98A5-EEAE8DB3C8DD}" type="datetimeFigureOut">
              <a:rPr lang="de-DE" smtClean="0"/>
              <a:t>25.03.2025</a:t>
            </a:fld>
            <a:endParaRPr lang="de-DE"/>
          </a:p>
        </p:txBody>
      </p:sp>
      <p:sp>
        <p:nvSpPr>
          <p:cNvPr id="5" name="Fußzeilenplatzhalter 4">
            <a:extLst>
              <a:ext uri="{FF2B5EF4-FFF2-40B4-BE49-F238E27FC236}">
                <a16:creationId xmlns:a16="http://schemas.microsoft.com/office/drawing/2014/main" id="{5B293AB9-0516-0A41-F641-A1F06088F906}"/>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EEBC6B2C-BC75-E5D0-FCE4-2BBF5EE4FA89}"/>
              </a:ext>
            </a:extLst>
          </p:cNvPr>
          <p:cNvSpPr>
            <a:spLocks noGrp="1"/>
          </p:cNvSpPr>
          <p:nvPr>
            <p:ph type="sldNum" sz="quarter" idx="12"/>
          </p:nvPr>
        </p:nvSpPr>
        <p:spPr/>
        <p:txBody>
          <a:bodyPr/>
          <a:lstStyle/>
          <a:p>
            <a:fld id="{FC035C4A-F8C7-4735-95F7-E06C06CDBDCB}" type="slidenum">
              <a:rPr lang="de-DE" smtClean="0"/>
              <a:t>‹Nr.›</a:t>
            </a:fld>
            <a:endParaRPr lang="de-DE"/>
          </a:p>
        </p:txBody>
      </p:sp>
    </p:spTree>
    <p:extLst>
      <p:ext uri="{BB962C8B-B14F-4D97-AF65-F5344CB8AC3E}">
        <p14:creationId xmlns:p14="http://schemas.microsoft.com/office/powerpoint/2010/main" val="11898379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66FD5B4-0004-FF2E-DA34-B1852F84C98B}"/>
              </a:ext>
            </a:extLst>
          </p:cNvPr>
          <p:cNvSpPr>
            <a:spLocks noGrp="1"/>
          </p:cNvSpPr>
          <p:nvPr>
            <p:ph type="title"/>
          </p:nvPr>
        </p:nvSpPr>
        <p:spPr>
          <a:xfrm>
            <a:off x="831850" y="1709738"/>
            <a:ext cx="10515600" cy="2852737"/>
          </a:xfrm>
        </p:spPr>
        <p:txBody>
          <a:bodyPr anchor="b"/>
          <a:lstStyle>
            <a:lvl1pPr>
              <a:defRPr sz="6000"/>
            </a:lvl1pPr>
          </a:lstStyle>
          <a:p>
            <a:r>
              <a:rPr lang="de-DE"/>
              <a:t>Mastertitelformat bearbeiten</a:t>
            </a:r>
          </a:p>
        </p:txBody>
      </p:sp>
      <p:sp>
        <p:nvSpPr>
          <p:cNvPr id="3" name="Textplatzhalter 2">
            <a:extLst>
              <a:ext uri="{FF2B5EF4-FFF2-40B4-BE49-F238E27FC236}">
                <a16:creationId xmlns:a16="http://schemas.microsoft.com/office/drawing/2014/main" id="{A71475AE-E9E6-4B0C-EE43-75A1938E0FD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de-DE"/>
              <a:t>Mastertextformat bearbeiten</a:t>
            </a:r>
          </a:p>
        </p:txBody>
      </p:sp>
      <p:sp>
        <p:nvSpPr>
          <p:cNvPr id="4" name="Datumsplatzhalter 3">
            <a:extLst>
              <a:ext uri="{FF2B5EF4-FFF2-40B4-BE49-F238E27FC236}">
                <a16:creationId xmlns:a16="http://schemas.microsoft.com/office/drawing/2014/main" id="{701F0C7F-FEB4-D531-8649-FE5CA9AE7803}"/>
              </a:ext>
            </a:extLst>
          </p:cNvPr>
          <p:cNvSpPr>
            <a:spLocks noGrp="1"/>
          </p:cNvSpPr>
          <p:nvPr>
            <p:ph type="dt" sz="half" idx="10"/>
          </p:nvPr>
        </p:nvSpPr>
        <p:spPr/>
        <p:txBody>
          <a:bodyPr/>
          <a:lstStyle/>
          <a:p>
            <a:fld id="{005FFF81-AAB7-44D6-98A5-EEAE8DB3C8DD}" type="datetimeFigureOut">
              <a:rPr lang="de-DE" smtClean="0"/>
              <a:t>25.03.2025</a:t>
            </a:fld>
            <a:endParaRPr lang="de-DE"/>
          </a:p>
        </p:txBody>
      </p:sp>
      <p:sp>
        <p:nvSpPr>
          <p:cNvPr id="5" name="Fußzeilenplatzhalter 4">
            <a:extLst>
              <a:ext uri="{FF2B5EF4-FFF2-40B4-BE49-F238E27FC236}">
                <a16:creationId xmlns:a16="http://schemas.microsoft.com/office/drawing/2014/main" id="{1909D746-9AE1-60FC-A3A1-76932D61B51A}"/>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F93032A5-C011-B7D4-1745-EBF43942CA5F}"/>
              </a:ext>
            </a:extLst>
          </p:cNvPr>
          <p:cNvSpPr>
            <a:spLocks noGrp="1"/>
          </p:cNvSpPr>
          <p:nvPr>
            <p:ph type="sldNum" sz="quarter" idx="12"/>
          </p:nvPr>
        </p:nvSpPr>
        <p:spPr/>
        <p:txBody>
          <a:bodyPr/>
          <a:lstStyle/>
          <a:p>
            <a:fld id="{FC035C4A-F8C7-4735-95F7-E06C06CDBDCB}" type="slidenum">
              <a:rPr lang="de-DE" smtClean="0"/>
              <a:t>‹Nr.›</a:t>
            </a:fld>
            <a:endParaRPr lang="de-DE"/>
          </a:p>
        </p:txBody>
      </p:sp>
    </p:spTree>
    <p:extLst>
      <p:ext uri="{BB962C8B-B14F-4D97-AF65-F5344CB8AC3E}">
        <p14:creationId xmlns:p14="http://schemas.microsoft.com/office/powerpoint/2010/main" val="13493653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240B625-EBA9-8246-4594-51861B0104DA}"/>
              </a:ext>
            </a:extLst>
          </p:cNvPr>
          <p:cNvSpPr>
            <a:spLocks noGrp="1"/>
          </p:cNvSpPr>
          <p:nvPr>
            <p:ph type="title"/>
          </p:nvPr>
        </p:nvSpPr>
        <p:spPr/>
        <p:txBody>
          <a:bodyPr/>
          <a:lstStyle/>
          <a:p>
            <a:r>
              <a:rPr lang="de-DE"/>
              <a:t>Mastertitelformat bearbeiten</a:t>
            </a:r>
          </a:p>
        </p:txBody>
      </p:sp>
      <p:sp>
        <p:nvSpPr>
          <p:cNvPr id="3" name="Inhaltsplatzhalter 2">
            <a:extLst>
              <a:ext uri="{FF2B5EF4-FFF2-40B4-BE49-F238E27FC236}">
                <a16:creationId xmlns:a16="http://schemas.microsoft.com/office/drawing/2014/main" id="{05A4AF18-F0A3-60DB-8ED1-C2B4E17F0EFB}"/>
              </a:ext>
            </a:extLst>
          </p:cNvPr>
          <p:cNvSpPr>
            <a:spLocks noGrp="1"/>
          </p:cNvSpPr>
          <p:nvPr>
            <p:ph sz="half" idx="1"/>
          </p:nvPr>
        </p:nvSpPr>
        <p:spPr>
          <a:xfrm>
            <a:off x="838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a:extLst>
              <a:ext uri="{FF2B5EF4-FFF2-40B4-BE49-F238E27FC236}">
                <a16:creationId xmlns:a16="http://schemas.microsoft.com/office/drawing/2014/main" id="{F251E280-CE27-D386-39A2-52195E240DA3}"/>
              </a:ext>
            </a:extLst>
          </p:cNvPr>
          <p:cNvSpPr>
            <a:spLocks noGrp="1"/>
          </p:cNvSpPr>
          <p:nvPr>
            <p:ph sz="half" idx="2"/>
          </p:nvPr>
        </p:nvSpPr>
        <p:spPr>
          <a:xfrm>
            <a:off x="6172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Datumsplatzhalter 4">
            <a:extLst>
              <a:ext uri="{FF2B5EF4-FFF2-40B4-BE49-F238E27FC236}">
                <a16:creationId xmlns:a16="http://schemas.microsoft.com/office/drawing/2014/main" id="{04DA9A3F-2FBF-BCD7-CC95-5A7F13AB3A53}"/>
              </a:ext>
            </a:extLst>
          </p:cNvPr>
          <p:cNvSpPr>
            <a:spLocks noGrp="1"/>
          </p:cNvSpPr>
          <p:nvPr>
            <p:ph type="dt" sz="half" idx="10"/>
          </p:nvPr>
        </p:nvSpPr>
        <p:spPr/>
        <p:txBody>
          <a:bodyPr/>
          <a:lstStyle/>
          <a:p>
            <a:fld id="{005FFF81-AAB7-44D6-98A5-EEAE8DB3C8DD}" type="datetimeFigureOut">
              <a:rPr lang="de-DE" smtClean="0"/>
              <a:t>25.03.2025</a:t>
            </a:fld>
            <a:endParaRPr lang="de-DE"/>
          </a:p>
        </p:txBody>
      </p:sp>
      <p:sp>
        <p:nvSpPr>
          <p:cNvPr id="6" name="Fußzeilenplatzhalter 5">
            <a:extLst>
              <a:ext uri="{FF2B5EF4-FFF2-40B4-BE49-F238E27FC236}">
                <a16:creationId xmlns:a16="http://schemas.microsoft.com/office/drawing/2014/main" id="{5B67A442-7EDA-8583-F452-3E4462537925}"/>
              </a:ext>
            </a:extLst>
          </p:cNvPr>
          <p:cNvSpPr>
            <a:spLocks noGrp="1"/>
          </p:cNvSpPr>
          <p:nvPr>
            <p:ph type="ftr" sz="quarter" idx="11"/>
          </p:nvPr>
        </p:nvSpPr>
        <p:spPr/>
        <p:txBody>
          <a:bodyPr/>
          <a:lstStyle/>
          <a:p>
            <a:endParaRPr lang="de-DE"/>
          </a:p>
        </p:txBody>
      </p:sp>
      <p:sp>
        <p:nvSpPr>
          <p:cNvPr id="7" name="Foliennummernplatzhalter 6">
            <a:extLst>
              <a:ext uri="{FF2B5EF4-FFF2-40B4-BE49-F238E27FC236}">
                <a16:creationId xmlns:a16="http://schemas.microsoft.com/office/drawing/2014/main" id="{31E1761B-255C-B8A4-3E89-91B3F7F8D021}"/>
              </a:ext>
            </a:extLst>
          </p:cNvPr>
          <p:cNvSpPr>
            <a:spLocks noGrp="1"/>
          </p:cNvSpPr>
          <p:nvPr>
            <p:ph type="sldNum" sz="quarter" idx="12"/>
          </p:nvPr>
        </p:nvSpPr>
        <p:spPr/>
        <p:txBody>
          <a:bodyPr/>
          <a:lstStyle/>
          <a:p>
            <a:fld id="{FC035C4A-F8C7-4735-95F7-E06C06CDBDCB}" type="slidenum">
              <a:rPr lang="de-DE" smtClean="0"/>
              <a:t>‹Nr.›</a:t>
            </a:fld>
            <a:endParaRPr lang="de-DE"/>
          </a:p>
        </p:txBody>
      </p:sp>
    </p:spTree>
    <p:extLst>
      <p:ext uri="{BB962C8B-B14F-4D97-AF65-F5344CB8AC3E}">
        <p14:creationId xmlns:p14="http://schemas.microsoft.com/office/powerpoint/2010/main" val="4474132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1C4E77C-6FB4-83F4-B5A1-F7E8B38C57D8}"/>
              </a:ext>
            </a:extLst>
          </p:cNvPr>
          <p:cNvSpPr>
            <a:spLocks noGrp="1"/>
          </p:cNvSpPr>
          <p:nvPr>
            <p:ph type="title"/>
          </p:nvPr>
        </p:nvSpPr>
        <p:spPr>
          <a:xfrm>
            <a:off x="839788" y="365125"/>
            <a:ext cx="10515600" cy="1325563"/>
          </a:xfrm>
        </p:spPr>
        <p:txBody>
          <a:bodyPr/>
          <a:lstStyle/>
          <a:p>
            <a:r>
              <a:rPr lang="de-DE"/>
              <a:t>Mastertitelformat bearbeiten</a:t>
            </a:r>
          </a:p>
        </p:txBody>
      </p:sp>
      <p:sp>
        <p:nvSpPr>
          <p:cNvPr id="3" name="Textplatzhalter 2">
            <a:extLst>
              <a:ext uri="{FF2B5EF4-FFF2-40B4-BE49-F238E27FC236}">
                <a16:creationId xmlns:a16="http://schemas.microsoft.com/office/drawing/2014/main" id="{4BE8BABF-D937-CD3B-F0C0-5D23625D8E5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4" name="Inhaltsplatzhalter 3">
            <a:extLst>
              <a:ext uri="{FF2B5EF4-FFF2-40B4-BE49-F238E27FC236}">
                <a16:creationId xmlns:a16="http://schemas.microsoft.com/office/drawing/2014/main" id="{119C9C14-D624-B283-0A25-47C20EF2B96D}"/>
              </a:ext>
            </a:extLst>
          </p:cNvPr>
          <p:cNvSpPr>
            <a:spLocks noGrp="1"/>
          </p:cNvSpPr>
          <p:nvPr>
            <p:ph sz="half" idx="2"/>
          </p:nvPr>
        </p:nvSpPr>
        <p:spPr>
          <a:xfrm>
            <a:off x="839788" y="2505075"/>
            <a:ext cx="5157787"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Textplatzhalter 4">
            <a:extLst>
              <a:ext uri="{FF2B5EF4-FFF2-40B4-BE49-F238E27FC236}">
                <a16:creationId xmlns:a16="http://schemas.microsoft.com/office/drawing/2014/main" id="{390AD34E-967C-8E6F-02FB-FC0C6658154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6" name="Inhaltsplatzhalter 5">
            <a:extLst>
              <a:ext uri="{FF2B5EF4-FFF2-40B4-BE49-F238E27FC236}">
                <a16:creationId xmlns:a16="http://schemas.microsoft.com/office/drawing/2014/main" id="{F4EDCD14-629E-D1D2-89F1-916B406EC68E}"/>
              </a:ext>
            </a:extLst>
          </p:cNvPr>
          <p:cNvSpPr>
            <a:spLocks noGrp="1"/>
          </p:cNvSpPr>
          <p:nvPr>
            <p:ph sz="quarter" idx="4"/>
          </p:nvPr>
        </p:nvSpPr>
        <p:spPr>
          <a:xfrm>
            <a:off x="6172200" y="2505075"/>
            <a:ext cx="5183188"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7" name="Datumsplatzhalter 6">
            <a:extLst>
              <a:ext uri="{FF2B5EF4-FFF2-40B4-BE49-F238E27FC236}">
                <a16:creationId xmlns:a16="http://schemas.microsoft.com/office/drawing/2014/main" id="{448D6624-F3C4-06F7-9E17-0915527DEF3A}"/>
              </a:ext>
            </a:extLst>
          </p:cNvPr>
          <p:cNvSpPr>
            <a:spLocks noGrp="1"/>
          </p:cNvSpPr>
          <p:nvPr>
            <p:ph type="dt" sz="half" idx="10"/>
          </p:nvPr>
        </p:nvSpPr>
        <p:spPr/>
        <p:txBody>
          <a:bodyPr/>
          <a:lstStyle/>
          <a:p>
            <a:fld id="{005FFF81-AAB7-44D6-98A5-EEAE8DB3C8DD}" type="datetimeFigureOut">
              <a:rPr lang="de-DE" smtClean="0"/>
              <a:t>25.03.2025</a:t>
            </a:fld>
            <a:endParaRPr lang="de-DE"/>
          </a:p>
        </p:txBody>
      </p:sp>
      <p:sp>
        <p:nvSpPr>
          <p:cNvPr id="8" name="Fußzeilenplatzhalter 7">
            <a:extLst>
              <a:ext uri="{FF2B5EF4-FFF2-40B4-BE49-F238E27FC236}">
                <a16:creationId xmlns:a16="http://schemas.microsoft.com/office/drawing/2014/main" id="{96FDDA53-FA31-1788-B1A0-761A94930063}"/>
              </a:ext>
            </a:extLst>
          </p:cNvPr>
          <p:cNvSpPr>
            <a:spLocks noGrp="1"/>
          </p:cNvSpPr>
          <p:nvPr>
            <p:ph type="ftr" sz="quarter" idx="11"/>
          </p:nvPr>
        </p:nvSpPr>
        <p:spPr/>
        <p:txBody>
          <a:bodyPr/>
          <a:lstStyle/>
          <a:p>
            <a:endParaRPr lang="de-DE"/>
          </a:p>
        </p:txBody>
      </p:sp>
      <p:sp>
        <p:nvSpPr>
          <p:cNvPr id="9" name="Foliennummernplatzhalter 8">
            <a:extLst>
              <a:ext uri="{FF2B5EF4-FFF2-40B4-BE49-F238E27FC236}">
                <a16:creationId xmlns:a16="http://schemas.microsoft.com/office/drawing/2014/main" id="{96E71590-983C-E27F-FA54-AB6BD811287F}"/>
              </a:ext>
            </a:extLst>
          </p:cNvPr>
          <p:cNvSpPr>
            <a:spLocks noGrp="1"/>
          </p:cNvSpPr>
          <p:nvPr>
            <p:ph type="sldNum" sz="quarter" idx="12"/>
          </p:nvPr>
        </p:nvSpPr>
        <p:spPr/>
        <p:txBody>
          <a:bodyPr/>
          <a:lstStyle/>
          <a:p>
            <a:fld id="{FC035C4A-F8C7-4735-95F7-E06C06CDBDCB}" type="slidenum">
              <a:rPr lang="de-DE" smtClean="0"/>
              <a:t>‹Nr.›</a:t>
            </a:fld>
            <a:endParaRPr lang="de-DE"/>
          </a:p>
        </p:txBody>
      </p:sp>
    </p:spTree>
    <p:extLst>
      <p:ext uri="{BB962C8B-B14F-4D97-AF65-F5344CB8AC3E}">
        <p14:creationId xmlns:p14="http://schemas.microsoft.com/office/powerpoint/2010/main" val="14761834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7E21DDD-4D1E-AE84-08AF-EA34839C3FD7}"/>
              </a:ext>
            </a:extLst>
          </p:cNvPr>
          <p:cNvSpPr>
            <a:spLocks noGrp="1"/>
          </p:cNvSpPr>
          <p:nvPr>
            <p:ph type="title"/>
          </p:nvPr>
        </p:nvSpPr>
        <p:spPr/>
        <p:txBody>
          <a:bodyPr/>
          <a:lstStyle/>
          <a:p>
            <a:r>
              <a:rPr lang="de-DE"/>
              <a:t>Mastertitelformat bearbeiten</a:t>
            </a:r>
          </a:p>
        </p:txBody>
      </p:sp>
      <p:sp>
        <p:nvSpPr>
          <p:cNvPr id="3" name="Datumsplatzhalter 2">
            <a:extLst>
              <a:ext uri="{FF2B5EF4-FFF2-40B4-BE49-F238E27FC236}">
                <a16:creationId xmlns:a16="http://schemas.microsoft.com/office/drawing/2014/main" id="{E5710B7C-D205-8607-2129-7FCAED244AF5}"/>
              </a:ext>
            </a:extLst>
          </p:cNvPr>
          <p:cNvSpPr>
            <a:spLocks noGrp="1"/>
          </p:cNvSpPr>
          <p:nvPr>
            <p:ph type="dt" sz="half" idx="10"/>
          </p:nvPr>
        </p:nvSpPr>
        <p:spPr/>
        <p:txBody>
          <a:bodyPr/>
          <a:lstStyle/>
          <a:p>
            <a:fld id="{005FFF81-AAB7-44D6-98A5-EEAE8DB3C8DD}" type="datetimeFigureOut">
              <a:rPr lang="de-DE" smtClean="0"/>
              <a:t>25.03.2025</a:t>
            </a:fld>
            <a:endParaRPr lang="de-DE"/>
          </a:p>
        </p:txBody>
      </p:sp>
      <p:sp>
        <p:nvSpPr>
          <p:cNvPr id="4" name="Fußzeilenplatzhalter 3">
            <a:extLst>
              <a:ext uri="{FF2B5EF4-FFF2-40B4-BE49-F238E27FC236}">
                <a16:creationId xmlns:a16="http://schemas.microsoft.com/office/drawing/2014/main" id="{DA09CEAE-49D2-D46B-68C5-453AA65179CC}"/>
              </a:ext>
            </a:extLst>
          </p:cNvPr>
          <p:cNvSpPr>
            <a:spLocks noGrp="1"/>
          </p:cNvSpPr>
          <p:nvPr>
            <p:ph type="ftr" sz="quarter" idx="11"/>
          </p:nvPr>
        </p:nvSpPr>
        <p:spPr/>
        <p:txBody>
          <a:bodyPr/>
          <a:lstStyle/>
          <a:p>
            <a:endParaRPr lang="de-DE"/>
          </a:p>
        </p:txBody>
      </p:sp>
      <p:sp>
        <p:nvSpPr>
          <p:cNvPr id="5" name="Foliennummernplatzhalter 4">
            <a:extLst>
              <a:ext uri="{FF2B5EF4-FFF2-40B4-BE49-F238E27FC236}">
                <a16:creationId xmlns:a16="http://schemas.microsoft.com/office/drawing/2014/main" id="{CAB1EEDD-9140-787B-B409-93CFE403DAF3}"/>
              </a:ext>
            </a:extLst>
          </p:cNvPr>
          <p:cNvSpPr>
            <a:spLocks noGrp="1"/>
          </p:cNvSpPr>
          <p:nvPr>
            <p:ph type="sldNum" sz="quarter" idx="12"/>
          </p:nvPr>
        </p:nvSpPr>
        <p:spPr/>
        <p:txBody>
          <a:bodyPr/>
          <a:lstStyle/>
          <a:p>
            <a:fld id="{FC035C4A-F8C7-4735-95F7-E06C06CDBDCB}" type="slidenum">
              <a:rPr lang="de-DE" smtClean="0"/>
              <a:t>‹Nr.›</a:t>
            </a:fld>
            <a:endParaRPr lang="de-DE"/>
          </a:p>
        </p:txBody>
      </p:sp>
    </p:spTree>
    <p:extLst>
      <p:ext uri="{BB962C8B-B14F-4D97-AF65-F5344CB8AC3E}">
        <p14:creationId xmlns:p14="http://schemas.microsoft.com/office/powerpoint/2010/main" val="23238538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A58B4D2D-C4D7-F28F-CC8E-D856538AC0B3}"/>
              </a:ext>
            </a:extLst>
          </p:cNvPr>
          <p:cNvSpPr>
            <a:spLocks noGrp="1"/>
          </p:cNvSpPr>
          <p:nvPr>
            <p:ph type="dt" sz="half" idx="10"/>
          </p:nvPr>
        </p:nvSpPr>
        <p:spPr/>
        <p:txBody>
          <a:bodyPr/>
          <a:lstStyle/>
          <a:p>
            <a:fld id="{005FFF81-AAB7-44D6-98A5-EEAE8DB3C8DD}" type="datetimeFigureOut">
              <a:rPr lang="de-DE" smtClean="0"/>
              <a:t>25.03.2025</a:t>
            </a:fld>
            <a:endParaRPr lang="de-DE"/>
          </a:p>
        </p:txBody>
      </p:sp>
      <p:sp>
        <p:nvSpPr>
          <p:cNvPr id="3" name="Fußzeilenplatzhalter 2">
            <a:extLst>
              <a:ext uri="{FF2B5EF4-FFF2-40B4-BE49-F238E27FC236}">
                <a16:creationId xmlns:a16="http://schemas.microsoft.com/office/drawing/2014/main" id="{20B02BAB-3559-2783-78D8-0033BC515122}"/>
              </a:ext>
            </a:extLst>
          </p:cNvPr>
          <p:cNvSpPr>
            <a:spLocks noGrp="1"/>
          </p:cNvSpPr>
          <p:nvPr>
            <p:ph type="ftr" sz="quarter" idx="11"/>
          </p:nvPr>
        </p:nvSpPr>
        <p:spPr/>
        <p:txBody>
          <a:bodyPr/>
          <a:lstStyle/>
          <a:p>
            <a:endParaRPr lang="de-DE"/>
          </a:p>
        </p:txBody>
      </p:sp>
      <p:sp>
        <p:nvSpPr>
          <p:cNvPr id="4" name="Foliennummernplatzhalter 3">
            <a:extLst>
              <a:ext uri="{FF2B5EF4-FFF2-40B4-BE49-F238E27FC236}">
                <a16:creationId xmlns:a16="http://schemas.microsoft.com/office/drawing/2014/main" id="{6093EA8E-97E9-8F1B-7576-957F740F39F6}"/>
              </a:ext>
            </a:extLst>
          </p:cNvPr>
          <p:cNvSpPr>
            <a:spLocks noGrp="1"/>
          </p:cNvSpPr>
          <p:nvPr>
            <p:ph type="sldNum" sz="quarter" idx="12"/>
          </p:nvPr>
        </p:nvSpPr>
        <p:spPr/>
        <p:txBody>
          <a:bodyPr/>
          <a:lstStyle/>
          <a:p>
            <a:fld id="{FC035C4A-F8C7-4735-95F7-E06C06CDBDCB}" type="slidenum">
              <a:rPr lang="de-DE" smtClean="0"/>
              <a:t>‹Nr.›</a:t>
            </a:fld>
            <a:endParaRPr lang="de-DE"/>
          </a:p>
        </p:txBody>
      </p:sp>
    </p:spTree>
    <p:extLst>
      <p:ext uri="{BB962C8B-B14F-4D97-AF65-F5344CB8AC3E}">
        <p14:creationId xmlns:p14="http://schemas.microsoft.com/office/powerpoint/2010/main" val="39840333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68F5ED2-DAE2-6906-1656-A3DFB1D2742E}"/>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p>
        </p:txBody>
      </p:sp>
      <p:sp>
        <p:nvSpPr>
          <p:cNvPr id="3" name="Inhaltsplatzhalter 2">
            <a:extLst>
              <a:ext uri="{FF2B5EF4-FFF2-40B4-BE49-F238E27FC236}">
                <a16:creationId xmlns:a16="http://schemas.microsoft.com/office/drawing/2014/main" id="{A26E4660-471B-5B32-AE0F-4C17C8A6718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Textplatzhalter 3">
            <a:extLst>
              <a:ext uri="{FF2B5EF4-FFF2-40B4-BE49-F238E27FC236}">
                <a16:creationId xmlns:a16="http://schemas.microsoft.com/office/drawing/2014/main" id="{C508AD49-A470-C076-61A4-263001AB6A4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FEC4904F-72D1-13FA-EC44-1634917DC1BC}"/>
              </a:ext>
            </a:extLst>
          </p:cNvPr>
          <p:cNvSpPr>
            <a:spLocks noGrp="1"/>
          </p:cNvSpPr>
          <p:nvPr>
            <p:ph type="dt" sz="half" idx="10"/>
          </p:nvPr>
        </p:nvSpPr>
        <p:spPr/>
        <p:txBody>
          <a:bodyPr/>
          <a:lstStyle/>
          <a:p>
            <a:fld id="{005FFF81-AAB7-44D6-98A5-EEAE8DB3C8DD}" type="datetimeFigureOut">
              <a:rPr lang="de-DE" smtClean="0"/>
              <a:t>25.03.2025</a:t>
            </a:fld>
            <a:endParaRPr lang="de-DE"/>
          </a:p>
        </p:txBody>
      </p:sp>
      <p:sp>
        <p:nvSpPr>
          <p:cNvPr id="6" name="Fußzeilenplatzhalter 5">
            <a:extLst>
              <a:ext uri="{FF2B5EF4-FFF2-40B4-BE49-F238E27FC236}">
                <a16:creationId xmlns:a16="http://schemas.microsoft.com/office/drawing/2014/main" id="{E9F3BB7A-6836-0AFC-B480-729EEAD7230B}"/>
              </a:ext>
            </a:extLst>
          </p:cNvPr>
          <p:cNvSpPr>
            <a:spLocks noGrp="1"/>
          </p:cNvSpPr>
          <p:nvPr>
            <p:ph type="ftr" sz="quarter" idx="11"/>
          </p:nvPr>
        </p:nvSpPr>
        <p:spPr/>
        <p:txBody>
          <a:bodyPr/>
          <a:lstStyle/>
          <a:p>
            <a:endParaRPr lang="de-DE"/>
          </a:p>
        </p:txBody>
      </p:sp>
      <p:sp>
        <p:nvSpPr>
          <p:cNvPr id="7" name="Foliennummernplatzhalter 6">
            <a:extLst>
              <a:ext uri="{FF2B5EF4-FFF2-40B4-BE49-F238E27FC236}">
                <a16:creationId xmlns:a16="http://schemas.microsoft.com/office/drawing/2014/main" id="{9C7D2BB1-7990-1A9D-7E9D-BED88FCBD235}"/>
              </a:ext>
            </a:extLst>
          </p:cNvPr>
          <p:cNvSpPr>
            <a:spLocks noGrp="1"/>
          </p:cNvSpPr>
          <p:nvPr>
            <p:ph type="sldNum" sz="quarter" idx="12"/>
          </p:nvPr>
        </p:nvSpPr>
        <p:spPr/>
        <p:txBody>
          <a:bodyPr/>
          <a:lstStyle/>
          <a:p>
            <a:fld id="{FC035C4A-F8C7-4735-95F7-E06C06CDBDCB}" type="slidenum">
              <a:rPr lang="de-DE" smtClean="0"/>
              <a:t>‹Nr.›</a:t>
            </a:fld>
            <a:endParaRPr lang="de-DE"/>
          </a:p>
        </p:txBody>
      </p:sp>
    </p:spTree>
    <p:extLst>
      <p:ext uri="{BB962C8B-B14F-4D97-AF65-F5344CB8AC3E}">
        <p14:creationId xmlns:p14="http://schemas.microsoft.com/office/powerpoint/2010/main" val="12044752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A3A4600-2C31-29C9-C891-FEF2F2C06D3B}"/>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p>
        </p:txBody>
      </p:sp>
      <p:sp>
        <p:nvSpPr>
          <p:cNvPr id="3" name="Bildplatzhalter 2">
            <a:extLst>
              <a:ext uri="{FF2B5EF4-FFF2-40B4-BE49-F238E27FC236}">
                <a16:creationId xmlns:a16="http://schemas.microsoft.com/office/drawing/2014/main" id="{7052F595-4768-A341-A628-F0D525AF9C3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e-DE"/>
          </a:p>
        </p:txBody>
      </p:sp>
      <p:sp>
        <p:nvSpPr>
          <p:cNvPr id="4" name="Textplatzhalter 3">
            <a:extLst>
              <a:ext uri="{FF2B5EF4-FFF2-40B4-BE49-F238E27FC236}">
                <a16:creationId xmlns:a16="http://schemas.microsoft.com/office/drawing/2014/main" id="{FFF734B6-C6D4-514C-49E2-6C333B433D4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DDD55618-C1F2-6181-09E9-B1DDDAC4CA70}"/>
              </a:ext>
            </a:extLst>
          </p:cNvPr>
          <p:cNvSpPr>
            <a:spLocks noGrp="1"/>
          </p:cNvSpPr>
          <p:nvPr>
            <p:ph type="dt" sz="half" idx="10"/>
          </p:nvPr>
        </p:nvSpPr>
        <p:spPr/>
        <p:txBody>
          <a:bodyPr/>
          <a:lstStyle/>
          <a:p>
            <a:fld id="{005FFF81-AAB7-44D6-98A5-EEAE8DB3C8DD}" type="datetimeFigureOut">
              <a:rPr lang="de-DE" smtClean="0"/>
              <a:t>25.03.2025</a:t>
            </a:fld>
            <a:endParaRPr lang="de-DE"/>
          </a:p>
        </p:txBody>
      </p:sp>
      <p:sp>
        <p:nvSpPr>
          <p:cNvPr id="6" name="Fußzeilenplatzhalter 5">
            <a:extLst>
              <a:ext uri="{FF2B5EF4-FFF2-40B4-BE49-F238E27FC236}">
                <a16:creationId xmlns:a16="http://schemas.microsoft.com/office/drawing/2014/main" id="{2C5551BA-D64D-7206-8C7F-CF1F0DE60995}"/>
              </a:ext>
            </a:extLst>
          </p:cNvPr>
          <p:cNvSpPr>
            <a:spLocks noGrp="1"/>
          </p:cNvSpPr>
          <p:nvPr>
            <p:ph type="ftr" sz="quarter" idx="11"/>
          </p:nvPr>
        </p:nvSpPr>
        <p:spPr/>
        <p:txBody>
          <a:bodyPr/>
          <a:lstStyle/>
          <a:p>
            <a:endParaRPr lang="de-DE"/>
          </a:p>
        </p:txBody>
      </p:sp>
      <p:sp>
        <p:nvSpPr>
          <p:cNvPr id="7" name="Foliennummernplatzhalter 6">
            <a:extLst>
              <a:ext uri="{FF2B5EF4-FFF2-40B4-BE49-F238E27FC236}">
                <a16:creationId xmlns:a16="http://schemas.microsoft.com/office/drawing/2014/main" id="{679ABF44-4147-58F6-0BA8-E534C646EE32}"/>
              </a:ext>
            </a:extLst>
          </p:cNvPr>
          <p:cNvSpPr>
            <a:spLocks noGrp="1"/>
          </p:cNvSpPr>
          <p:nvPr>
            <p:ph type="sldNum" sz="quarter" idx="12"/>
          </p:nvPr>
        </p:nvSpPr>
        <p:spPr/>
        <p:txBody>
          <a:bodyPr/>
          <a:lstStyle/>
          <a:p>
            <a:fld id="{FC035C4A-F8C7-4735-95F7-E06C06CDBDCB}" type="slidenum">
              <a:rPr lang="de-DE" smtClean="0"/>
              <a:t>‹Nr.›</a:t>
            </a:fld>
            <a:endParaRPr lang="de-DE"/>
          </a:p>
        </p:txBody>
      </p:sp>
    </p:spTree>
    <p:extLst>
      <p:ext uri="{BB962C8B-B14F-4D97-AF65-F5344CB8AC3E}">
        <p14:creationId xmlns:p14="http://schemas.microsoft.com/office/powerpoint/2010/main" val="35534233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555AB8F-824F-BEDC-869C-8C30AB6E7777}"/>
              </a:ext>
            </a:extLst>
          </p:cNvPr>
          <p:cNvSpPr>
            <a:spLocks noGrp="1"/>
          </p:cNvSpPr>
          <p:nvPr>
            <p:ph type="title"/>
          </p:nvPr>
        </p:nvSpPr>
        <p:spPr/>
        <p:txBody>
          <a:bodyPr/>
          <a:lstStyle/>
          <a:p>
            <a:r>
              <a:rPr lang="de-DE"/>
              <a:t>Mastertitelformat bearbeiten</a:t>
            </a:r>
          </a:p>
        </p:txBody>
      </p:sp>
      <p:sp>
        <p:nvSpPr>
          <p:cNvPr id="3" name="Vertikaler Textplatzhalter 2">
            <a:extLst>
              <a:ext uri="{FF2B5EF4-FFF2-40B4-BE49-F238E27FC236}">
                <a16:creationId xmlns:a16="http://schemas.microsoft.com/office/drawing/2014/main" id="{BD116DA6-7D7E-14A6-C15E-48A121446C0F}"/>
              </a:ext>
            </a:extLst>
          </p:cNvPr>
          <p:cNvSpPr>
            <a:spLocks noGrp="1"/>
          </p:cNvSpPr>
          <p:nvPr>
            <p:ph type="body" orient="vert" idx="1"/>
          </p:nvPr>
        </p:nvSpPr>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7FF8AEDD-AA79-0069-2DAE-EDBE2E56027F}"/>
              </a:ext>
            </a:extLst>
          </p:cNvPr>
          <p:cNvSpPr>
            <a:spLocks noGrp="1"/>
          </p:cNvSpPr>
          <p:nvPr>
            <p:ph type="dt" sz="half" idx="10"/>
          </p:nvPr>
        </p:nvSpPr>
        <p:spPr/>
        <p:txBody>
          <a:bodyPr/>
          <a:lstStyle/>
          <a:p>
            <a:fld id="{005FFF81-AAB7-44D6-98A5-EEAE8DB3C8DD}" type="datetimeFigureOut">
              <a:rPr lang="de-DE" smtClean="0"/>
              <a:t>25.03.2025</a:t>
            </a:fld>
            <a:endParaRPr lang="de-DE"/>
          </a:p>
        </p:txBody>
      </p:sp>
      <p:sp>
        <p:nvSpPr>
          <p:cNvPr id="5" name="Fußzeilenplatzhalter 4">
            <a:extLst>
              <a:ext uri="{FF2B5EF4-FFF2-40B4-BE49-F238E27FC236}">
                <a16:creationId xmlns:a16="http://schemas.microsoft.com/office/drawing/2014/main" id="{7A04F196-457E-5D23-3566-E76503BDB8B7}"/>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9F7CEBF1-0EED-EBBD-0E98-7E668746A4AF}"/>
              </a:ext>
            </a:extLst>
          </p:cNvPr>
          <p:cNvSpPr>
            <a:spLocks noGrp="1"/>
          </p:cNvSpPr>
          <p:nvPr>
            <p:ph type="sldNum" sz="quarter" idx="12"/>
          </p:nvPr>
        </p:nvSpPr>
        <p:spPr/>
        <p:txBody>
          <a:bodyPr/>
          <a:lstStyle/>
          <a:p>
            <a:fld id="{FC035C4A-F8C7-4735-95F7-E06C06CDBDCB}" type="slidenum">
              <a:rPr lang="de-DE" smtClean="0"/>
              <a:t>‹Nr.›</a:t>
            </a:fld>
            <a:endParaRPr lang="de-DE"/>
          </a:p>
        </p:txBody>
      </p:sp>
    </p:spTree>
    <p:extLst>
      <p:ext uri="{BB962C8B-B14F-4D97-AF65-F5344CB8AC3E}">
        <p14:creationId xmlns:p14="http://schemas.microsoft.com/office/powerpoint/2010/main" val="13919534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a:extLst>
              <a:ext uri="{FF2B5EF4-FFF2-40B4-BE49-F238E27FC236}">
                <a16:creationId xmlns:a16="http://schemas.microsoft.com/office/drawing/2014/main" id="{A420758B-4A69-D8C3-2A9D-CE78AC696C6B}"/>
              </a:ext>
            </a:extLst>
          </p:cNvPr>
          <p:cNvSpPr>
            <a:spLocks noGrp="1"/>
          </p:cNvSpPr>
          <p:nvPr>
            <p:ph type="title" orient="vert"/>
          </p:nvPr>
        </p:nvSpPr>
        <p:spPr>
          <a:xfrm>
            <a:off x="8724900" y="365125"/>
            <a:ext cx="2628900" cy="5811838"/>
          </a:xfrm>
        </p:spPr>
        <p:txBody>
          <a:bodyPr vert="eaVert"/>
          <a:lstStyle/>
          <a:p>
            <a:r>
              <a:rPr lang="de-DE"/>
              <a:t>Mastertitelformat bearbeiten</a:t>
            </a:r>
          </a:p>
        </p:txBody>
      </p:sp>
      <p:sp>
        <p:nvSpPr>
          <p:cNvPr id="3" name="Vertikaler Textplatzhalter 2">
            <a:extLst>
              <a:ext uri="{FF2B5EF4-FFF2-40B4-BE49-F238E27FC236}">
                <a16:creationId xmlns:a16="http://schemas.microsoft.com/office/drawing/2014/main" id="{99874611-0687-F49C-7210-856A5128445F}"/>
              </a:ext>
            </a:extLst>
          </p:cNvPr>
          <p:cNvSpPr>
            <a:spLocks noGrp="1"/>
          </p:cNvSpPr>
          <p:nvPr>
            <p:ph type="body" orient="vert" idx="1"/>
          </p:nvPr>
        </p:nvSpPr>
        <p:spPr>
          <a:xfrm>
            <a:off x="838200" y="365125"/>
            <a:ext cx="7734300" cy="5811838"/>
          </a:xfrm>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7127D0A7-A25B-5DA8-D3FD-647C0C2A54F2}"/>
              </a:ext>
            </a:extLst>
          </p:cNvPr>
          <p:cNvSpPr>
            <a:spLocks noGrp="1"/>
          </p:cNvSpPr>
          <p:nvPr>
            <p:ph type="dt" sz="half" idx="10"/>
          </p:nvPr>
        </p:nvSpPr>
        <p:spPr/>
        <p:txBody>
          <a:bodyPr/>
          <a:lstStyle/>
          <a:p>
            <a:fld id="{005FFF81-AAB7-44D6-98A5-EEAE8DB3C8DD}" type="datetimeFigureOut">
              <a:rPr lang="de-DE" smtClean="0"/>
              <a:t>25.03.2025</a:t>
            </a:fld>
            <a:endParaRPr lang="de-DE"/>
          </a:p>
        </p:txBody>
      </p:sp>
      <p:sp>
        <p:nvSpPr>
          <p:cNvPr id="5" name="Fußzeilenplatzhalter 4">
            <a:extLst>
              <a:ext uri="{FF2B5EF4-FFF2-40B4-BE49-F238E27FC236}">
                <a16:creationId xmlns:a16="http://schemas.microsoft.com/office/drawing/2014/main" id="{2461AC62-14A3-3081-A851-89B31EE61E01}"/>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A91E28D8-92B5-2559-4381-799DDCF6C8A9}"/>
              </a:ext>
            </a:extLst>
          </p:cNvPr>
          <p:cNvSpPr>
            <a:spLocks noGrp="1"/>
          </p:cNvSpPr>
          <p:nvPr>
            <p:ph type="sldNum" sz="quarter" idx="12"/>
          </p:nvPr>
        </p:nvSpPr>
        <p:spPr/>
        <p:txBody>
          <a:bodyPr/>
          <a:lstStyle/>
          <a:p>
            <a:fld id="{FC035C4A-F8C7-4735-95F7-E06C06CDBDCB}" type="slidenum">
              <a:rPr lang="de-DE" smtClean="0"/>
              <a:t>‹Nr.›</a:t>
            </a:fld>
            <a:endParaRPr lang="de-DE"/>
          </a:p>
        </p:txBody>
      </p:sp>
    </p:spTree>
    <p:extLst>
      <p:ext uri="{BB962C8B-B14F-4D97-AF65-F5344CB8AC3E}">
        <p14:creationId xmlns:p14="http://schemas.microsoft.com/office/powerpoint/2010/main" val="17745103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08BDB4C0-3062-4023-60B4-3BB864594A5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de-DE"/>
              <a:t>Mastertitelformat bearbeiten</a:t>
            </a:r>
          </a:p>
        </p:txBody>
      </p:sp>
      <p:sp>
        <p:nvSpPr>
          <p:cNvPr id="3" name="Textplatzhalter 2">
            <a:extLst>
              <a:ext uri="{FF2B5EF4-FFF2-40B4-BE49-F238E27FC236}">
                <a16:creationId xmlns:a16="http://schemas.microsoft.com/office/drawing/2014/main" id="{3B3B74E7-3E8C-9140-E0E8-735EC5475E1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2B9D2E7E-D52A-F4C8-0B53-8EBF6551813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05FFF81-AAB7-44D6-98A5-EEAE8DB3C8DD}" type="datetimeFigureOut">
              <a:rPr lang="de-DE" smtClean="0"/>
              <a:t>25.03.2025</a:t>
            </a:fld>
            <a:endParaRPr lang="de-DE"/>
          </a:p>
        </p:txBody>
      </p:sp>
      <p:sp>
        <p:nvSpPr>
          <p:cNvPr id="5" name="Fußzeilenplatzhalter 4">
            <a:extLst>
              <a:ext uri="{FF2B5EF4-FFF2-40B4-BE49-F238E27FC236}">
                <a16:creationId xmlns:a16="http://schemas.microsoft.com/office/drawing/2014/main" id="{47D1DDF2-DCEF-3C39-9884-62E9B1057E7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de-DE"/>
          </a:p>
        </p:txBody>
      </p:sp>
      <p:sp>
        <p:nvSpPr>
          <p:cNvPr id="6" name="Foliennummernplatzhalter 5">
            <a:extLst>
              <a:ext uri="{FF2B5EF4-FFF2-40B4-BE49-F238E27FC236}">
                <a16:creationId xmlns:a16="http://schemas.microsoft.com/office/drawing/2014/main" id="{2472B66E-9241-8E50-11BE-1BC25343D44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C035C4A-F8C7-4735-95F7-E06C06CDBDCB}" type="slidenum">
              <a:rPr lang="de-DE" smtClean="0"/>
              <a:t>‹Nr.›</a:t>
            </a:fld>
            <a:endParaRPr lang="de-DE"/>
          </a:p>
        </p:txBody>
      </p:sp>
    </p:spTree>
    <p:extLst>
      <p:ext uri="{BB962C8B-B14F-4D97-AF65-F5344CB8AC3E}">
        <p14:creationId xmlns:p14="http://schemas.microsoft.com/office/powerpoint/2010/main" val="311724005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feld 3">
            <a:extLst>
              <a:ext uri="{FF2B5EF4-FFF2-40B4-BE49-F238E27FC236}">
                <a16:creationId xmlns:a16="http://schemas.microsoft.com/office/drawing/2014/main" id="{38774462-4563-3D50-9B29-8A48021F8921}"/>
              </a:ext>
            </a:extLst>
          </p:cNvPr>
          <p:cNvSpPr txBox="1"/>
          <p:nvPr/>
        </p:nvSpPr>
        <p:spPr>
          <a:xfrm>
            <a:off x="923544" y="5486400"/>
            <a:ext cx="10963656" cy="1200329"/>
          </a:xfrm>
          <a:prstGeom prst="rect">
            <a:avLst/>
          </a:prstGeom>
          <a:noFill/>
        </p:spPr>
        <p:txBody>
          <a:bodyPr wrap="square" rtlCol="0">
            <a:spAutoFit/>
          </a:bodyPr>
          <a:lstStyle/>
          <a:p>
            <a:r>
              <a:rPr lang="en-GB" sz="1800" dirty="0">
                <a:solidFill>
                  <a:srgbClr val="1F497D"/>
                </a:solidFill>
                <a:effectLst/>
                <a:latin typeface="Calibri" panose="020F0502020204030204" pitchFamily="34" charset="0"/>
                <a:ea typeface="Calibri" panose="020F0502020204030204" pitchFamily="34" charset="0"/>
              </a:rPr>
              <a:t>Figure 1 Number of plots with valid planting years from the year 2000 onwards. For users interested in the analysis of temporal trends in growing seasons, plot sizes and crop choice this figure indicates data availability for the six countries included in the dataset. There is no planting year given for Mali and Niger, but they can be partly inferred from the survey year or harvest years.</a:t>
            </a:r>
            <a:endParaRPr lang="de-DE" dirty="0"/>
          </a:p>
        </p:txBody>
      </p:sp>
      <p:pic>
        <p:nvPicPr>
          <p:cNvPr id="6" name="Grafik 5">
            <a:extLst>
              <a:ext uri="{FF2B5EF4-FFF2-40B4-BE49-F238E27FC236}">
                <a16:creationId xmlns:a16="http://schemas.microsoft.com/office/drawing/2014/main" id="{D83DEF27-B2ED-7E4B-A752-86E2AE3AC41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3544" y="780066"/>
            <a:ext cx="9830142" cy="4468590"/>
          </a:xfrm>
          <a:prstGeom prst="rect">
            <a:avLst/>
          </a:prstGeom>
        </p:spPr>
      </p:pic>
    </p:spTree>
    <p:extLst>
      <p:ext uri="{BB962C8B-B14F-4D97-AF65-F5344CB8AC3E}">
        <p14:creationId xmlns:p14="http://schemas.microsoft.com/office/powerpoint/2010/main" val="228343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5059F1-36E8-4398-D45E-9DFFA9A994A8}"/>
            </a:ext>
          </a:extLst>
        </p:cNvPr>
        <p:cNvGrpSpPr/>
        <p:nvPr/>
      </p:nvGrpSpPr>
      <p:grpSpPr>
        <a:xfrm>
          <a:off x="0" y="0"/>
          <a:ext cx="0" cy="0"/>
          <a:chOff x="0" y="0"/>
          <a:chExt cx="0" cy="0"/>
        </a:xfrm>
      </p:grpSpPr>
      <p:sp>
        <p:nvSpPr>
          <p:cNvPr id="4" name="Textfeld 3">
            <a:extLst>
              <a:ext uri="{FF2B5EF4-FFF2-40B4-BE49-F238E27FC236}">
                <a16:creationId xmlns:a16="http://schemas.microsoft.com/office/drawing/2014/main" id="{5126C172-2995-E6CA-0424-767CA477C0D1}"/>
              </a:ext>
            </a:extLst>
          </p:cNvPr>
          <p:cNvSpPr txBox="1"/>
          <p:nvPr/>
        </p:nvSpPr>
        <p:spPr>
          <a:xfrm>
            <a:off x="923544" y="5486400"/>
            <a:ext cx="10963656" cy="1200329"/>
          </a:xfrm>
          <a:prstGeom prst="rect">
            <a:avLst/>
          </a:prstGeom>
          <a:noFill/>
        </p:spPr>
        <p:txBody>
          <a:bodyPr wrap="square" rtlCol="0">
            <a:spAutoFit/>
          </a:bodyPr>
          <a:lstStyle/>
          <a:p>
            <a:r>
              <a:rPr lang="en-GB" sz="1800" dirty="0">
                <a:solidFill>
                  <a:srgbClr val="1F497D"/>
                </a:solidFill>
                <a:effectLst/>
                <a:latin typeface="Calibri" panose="020F0502020204030204" pitchFamily="34" charset="0"/>
                <a:ea typeface="Calibri" panose="020F0502020204030204" pitchFamily="34" charset="0"/>
              </a:rPr>
              <a:t>Figure 2 Number of plots with valid harvest years from the year 2000 onwards. For users interested in the analysis of temporal trends in growing seasons, plot sizes and crop choice this figure indicates data availability for the six countries included in the dataset. There is no harvest year given for Niger and Ethiopia but they can be partly inferred from the survey year or planting years.</a:t>
            </a:r>
            <a:endParaRPr lang="de-DE" dirty="0"/>
          </a:p>
        </p:txBody>
      </p:sp>
      <p:pic>
        <p:nvPicPr>
          <p:cNvPr id="7" name="Grafik 6">
            <a:extLst>
              <a:ext uri="{FF2B5EF4-FFF2-40B4-BE49-F238E27FC236}">
                <a16:creationId xmlns:a16="http://schemas.microsoft.com/office/drawing/2014/main" id="{BC73B3E6-3402-A417-B240-B84B7E80BE8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5200" y="934207"/>
            <a:ext cx="9827964" cy="4467600"/>
          </a:xfrm>
          <a:prstGeom prst="rect">
            <a:avLst/>
          </a:prstGeom>
        </p:spPr>
      </p:pic>
    </p:spTree>
    <p:extLst>
      <p:ext uri="{BB962C8B-B14F-4D97-AF65-F5344CB8AC3E}">
        <p14:creationId xmlns:p14="http://schemas.microsoft.com/office/powerpoint/2010/main" val="1529299137"/>
      </p:ext>
    </p:extLst>
  </p:cSld>
  <p:clrMapOvr>
    <a:masterClrMapping/>
  </p:clrMapOvr>
</p:sld>
</file>

<file path=ppt/theme/theme1.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143</Words>
  <Application>Microsoft Office PowerPoint</Application>
  <PresentationFormat>Breitbild</PresentationFormat>
  <Paragraphs>2</Paragraphs>
  <Slides>2</Slides>
  <Notes>0</Notes>
  <HiddenSlides>0</HiddenSlides>
  <MMClips>0</MMClips>
  <ScaleCrop>false</ScaleCrop>
  <HeadingPairs>
    <vt:vector size="6" baseType="variant">
      <vt:variant>
        <vt:lpstr>Verwendete Schriftarten</vt:lpstr>
      </vt:variant>
      <vt:variant>
        <vt:i4>4</vt:i4>
      </vt:variant>
      <vt:variant>
        <vt:lpstr>Design</vt:lpstr>
      </vt:variant>
      <vt:variant>
        <vt:i4>1</vt:i4>
      </vt:variant>
      <vt:variant>
        <vt:lpstr>Folientitel</vt:lpstr>
      </vt:variant>
      <vt:variant>
        <vt:i4>2</vt:i4>
      </vt:variant>
    </vt:vector>
  </HeadingPairs>
  <TitlesOfParts>
    <vt:vector size="7" baseType="lpstr">
      <vt:lpstr>Aptos</vt:lpstr>
      <vt:lpstr>Aptos Display</vt:lpstr>
      <vt:lpstr>Arial</vt:lpstr>
      <vt:lpstr>Calibri</vt:lpstr>
      <vt:lpstr>Office</vt:lpstr>
      <vt:lpstr>PowerPoint-Präsentation</vt:lpstr>
      <vt:lpstr>PowerPoint-Präsentation</vt:lpstr>
    </vt:vector>
  </TitlesOfParts>
  <Company>Universitaet Augsburg RZ</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Katharina Waha</dc:creator>
  <cp:lastModifiedBy>Katharina Waha</cp:lastModifiedBy>
  <cp:revision>6</cp:revision>
  <dcterms:created xsi:type="dcterms:W3CDTF">2025-03-25T09:56:42Z</dcterms:created>
  <dcterms:modified xsi:type="dcterms:W3CDTF">2025-03-25T10:13:13Z</dcterms:modified>
</cp:coreProperties>
</file>